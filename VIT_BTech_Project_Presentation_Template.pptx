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1B4D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1B4D"/>
                </a:solidFill>
                <a:latin typeface="Calibri"/>
              </a:rPr>
              <a:t>Accuracy comparison (sample data – replace)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B9B6D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B4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B6D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B6D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B6D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9318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Method A</c:v>
                  </c:pt>
                  <c:pt idx="1">
                    <c:v>Method B</c:v>
                  </c:pt>
                  <c:pt idx="2">
                    <c:v>Method C</c:v>
                  </c:pt>
                  <c:pt idx="3">
                    <c:v>Proposed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</c:v>
                </c:pt>
                <c:pt idx="1">
                  <c:v>82</c:v>
                </c:pt>
                <c:pt idx="2">
                  <c:v>85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1B4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T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2" y="182880"/>
            <a:ext cx="1325880" cy="3694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874520"/>
            <a:ext cx="9144000" cy="3268980"/>
          </a:xfrm>
          <a:prstGeom prst="rect">
            <a:avLst/>
          </a:prstGeom>
          <a:solidFill>
            <a:srgbClr val="393185"/>
          </a:solidFill>
          <a:ln/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2057400"/>
            <a:ext cx="822960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of the Project</a:t>
            </a: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T_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39318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2" y="182880"/>
            <a:ext cx="1325880" cy="369418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3749040" y="1828800"/>
            <a:ext cx="49377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F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rgbClr val="1F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Title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2" y="182880"/>
            <a:ext cx="1325880" cy="36941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add text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B.Tech. Final Year Project  |  Department of Information Technology, VIT Mumbai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T_TWO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2" y="182880"/>
            <a:ext cx="1325880" cy="36941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393192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column</a:t>
            </a:r>
            <a:endParaRPr lang="en-US" sz="15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754880" y="1005840"/>
            <a:ext cx="393192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column</a:t>
            </a:r>
            <a:endParaRPr lang="en-US" sz="1500" dirty="0"/>
          </a:p>
        </p:txBody>
      </p:sp>
      <p:sp>
        <p:nvSpPr>
          <p:cNvPr id="6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B.Tech. Final Year Project  |  Department of Information Technology, VIT Mumbai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T_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2" y="182880"/>
            <a:ext cx="1325880" cy="36941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600" dirty="0"/>
          </a:p>
        </p:txBody>
      </p:sp>
      <p:sp>
        <p:nvSpPr>
          <p:cNvPr id="4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B.Tech. Final Year Project  |  Department of Information Technology, VIT Mumbai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T_CLOS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2" y="182880"/>
            <a:ext cx="1325880" cy="3694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43000"/>
            <a:ext cx="9144000" cy="2834640"/>
          </a:xfrm>
          <a:prstGeom prst="rect">
            <a:avLst/>
          </a:prstGeom>
          <a:solidFill>
            <a:srgbClr val="39318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0574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of the Project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3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B.Tech. Final Year Project Presentation  |  Academic Year 20XX–XX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Synopsis / Mid-term Review / Final Review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154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56432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 1  (Roll No.)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 2  (Roll No.)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 3  (Roll No.)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 4  (Roll No.)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3154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3456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/ Prof. Guide Name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3840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Vidyalankar Institute of Technology, Wadala, Mumbai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02336" cy="402336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05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0058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81912"/>
            <a:ext cx="402336" cy="402336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58191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157984"/>
            <a:ext cx="402336" cy="402336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157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15798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734056"/>
            <a:ext cx="402336" cy="402336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734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73405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310128"/>
            <a:ext cx="402336" cy="402336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31012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402336" cy="402336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88620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Architecture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402336" cy="402336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54880" y="1005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10058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754880" y="1581912"/>
            <a:ext cx="402336" cy="402336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303520" y="158191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Tools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754880" y="2157984"/>
            <a:ext cx="402336" cy="402336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54880" y="2157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303520" y="215798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754880" y="2734056"/>
            <a:ext cx="402336" cy="402336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54880" y="2734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273405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754880" y="3310128"/>
            <a:ext cx="402336" cy="402336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54880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303520" y="331012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754880" y="3886200"/>
            <a:ext cx="402336" cy="402336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754880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303520" y="388620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3749040" y="18288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2926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this slide to introduce each major part of the talk.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domain and context of the project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problem important? Who benefits?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Briefly state what the project does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to 3–5 short points; speak the details</a:t>
            </a:r>
            <a:endParaRPr lang="en-US" sz="1600" dirty="0"/>
          </a:p>
        </p:txBody>
      </p:sp>
      <p:pic>
        <p:nvPicPr>
          <p:cNvPr id="4" name="Image 0" descr="Figure placeh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97280"/>
            <a:ext cx="3749040" cy="1874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937760" y="3035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1: Replace with a representative image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Motivation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EEEDF7"/>
          </a:solidFill>
          <a:ln w="12700">
            <a:solidFill>
              <a:srgbClr val="EEED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09160" y="105156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EEEDF7"/>
          </a:solidFill>
          <a:ln w="12700">
            <a:solidFill>
              <a:srgbClr val="EEED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916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problem in two to four precise sentences. What exactly is being solved, for whom, and under what constraints?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98348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6916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need or societal impact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existing solutions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created by new technology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EEDF7"/>
          </a:solidFill>
          <a:ln w="12700">
            <a:solidFill>
              <a:srgbClr val="EEED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179576"/>
            <a:ext cx="457200" cy="457200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179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05156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study existing approaches for …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EEDF7"/>
          </a:solidFill>
          <a:ln w="12700">
            <a:solidFill>
              <a:srgbClr val="EEED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048256"/>
            <a:ext cx="457200" cy="457200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92024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develop a system that …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EEDF7"/>
          </a:solidFill>
          <a:ln w="12700">
            <a:solidFill>
              <a:srgbClr val="EEED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916936"/>
            <a:ext cx="457200" cy="457200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78892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the system using … metrics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EEDF7"/>
          </a:solidFill>
          <a:ln w="12700">
            <a:solidFill>
              <a:srgbClr val="EEED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785616"/>
            <a:ext cx="457200" cy="457200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65760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compare the results with existing methods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645920"/>
                <a:gridCol w="1828800"/>
                <a:gridCol w="1280160"/>
                <a:gridCol w="1097280"/>
                <a:gridCol w="19202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1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 &amp;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1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Technique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1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1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1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18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et al., 20XX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et al., 20XX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et al., 20XX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et al., 20XX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et al., 20XX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Gaps Identified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EEDF7"/>
          </a:solidFill>
          <a:ln w="12700">
            <a:solidFill>
              <a:srgbClr val="EEED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limitation in existing work that this project addresses.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3552" y="10972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EEDF7"/>
          </a:solidFill>
          <a:ln w="12700">
            <a:solidFill>
              <a:srgbClr val="EEED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47872" y="1325880"/>
            <a:ext cx="502920" cy="50292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47872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23774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limitation in existing work that this project addresses.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89904" y="10972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EEDF7"/>
          </a:solidFill>
          <a:ln w="12700">
            <a:solidFill>
              <a:srgbClr val="EEED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64224" y="1325880"/>
            <a:ext cx="502920" cy="50292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64224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64224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23774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limitation in existing work that this project addresses.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920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65376" y="2377440"/>
            <a:ext cx="265176" cy="0"/>
          </a:xfrm>
          <a:prstGeom prst="line">
            <a:avLst/>
          </a:prstGeom>
          <a:noFill/>
          <a:ln w="25400">
            <a:solidFill>
              <a:srgbClr val="39318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167128" y="19202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67128" y="1920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75304" y="2377440"/>
            <a:ext cx="265176" cy="0"/>
          </a:xfrm>
          <a:prstGeom prst="line">
            <a:avLst/>
          </a:prstGeom>
          <a:noFill/>
          <a:ln w="25400">
            <a:solidFill>
              <a:srgbClr val="39318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877056" y="19202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77056" y="1920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85232" y="2377440"/>
            <a:ext cx="265176" cy="0"/>
          </a:xfrm>
          <a:prstGeom prst="line">
            <a:avLst/>
          </a:prstGeom>
          <a:noFill/>
          <a:ln w="25400">
            <a:solidFill>
              <a:srgbClr val="39318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586984" y="19202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86984" y="1920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Algorithm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95160" y="2377440"/>
            <a:ext cx="265176" cy="0"/>
          </a:xfrm>
          <a:prstGeom prst="line">
            <a:avLst/>
          </a:prstGeom>
          <a:noFill/>
          <a:ln w="25400">
            <a:solidFill>
              <a:srgbClr val="39318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96912" y="19202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96912" y="1920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these blocks with your own architecture, or delete them and insert your block diagram image.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234440" y="2011680"/>
            <a:ext cx="6675120" cy="0"/>
          </a:xfrm>
          <a:prstGeom prst="line">
            <a:avLst/>
          </a:prstGeom>
          <a:noFill/>
          <a:ln w="25400">
            <a:solidFill>
              <a:srgbClr val="B9B6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737360"/>
            <a:ext cx="548640" cy="548640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3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990088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and size of the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28900" y="1737360"/>
            <a:ext cx="548640" cy="548640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289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17170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3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71700" y="2990088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normalisation, augmentation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737360"/>
            <a:ext cx="548640" cy="548640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3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Design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2990088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/ architecture used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66460" y="1737360"/>
            <a:ext cx="548640" cy="548640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664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50926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3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Testing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509260" y="2990088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Split, parameters, validation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35240" y="1737360"/>
            <a:ext cx="548640" cy="548640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35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3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2990088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used to measure performance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Tools Used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39319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 of samples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 of classes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/ Test split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46304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Python / Java / …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Frameworks: TensorFlow, PyTorch, Flask, …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MySQL / MongoDB / …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CPU / GPU / sensors / …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/ Platform: VS Code, Colab, …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60120"/>
          <a:ext cx="51206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00584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EEEDF7"/>
          </a:solidFill>
          <a:ln w="12700">
            <a:solidFill>
              <a:srgbClr val="EEED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26480" y="10789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6642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43600" y="2212848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EEEDF7"/>
          </a:solidFill>
          <a:ln w="12700">
            <a:solidFill>
              <a:srgbClr val="EEED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0" y="2286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28712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0" y="3419856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EEEDF7"/>
          </a:solidFill>
          <a:ln w="12700">
            <a:solidFill>
              <a:srgbClr val="EEED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349300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s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40782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with Existing Methods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46304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1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1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1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1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18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method 1 [1]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method 2 [2]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method 3 [3]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the best value in each column in bold.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1005840"/>
            <a:ext cx="39319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393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what was achieved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 in one line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objectives were met</a:t>
            </a:r>
            <a:endParaRPr lang="en-US" sz="15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4754880" y="1005840"/>
            <a:ext cx="39319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393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extensions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/ scaling ideas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data or features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Publications &amp; Competitions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EEEDF7"/>
          </a:solidFill>
          <a:ln w="12700">
            <a:solidFill>
              <a:srgbClr val="EEED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3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Paper(s)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5544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1, Author 2, Author 3, “Title of the paper,” Name of Journal / Conference, vol. X, pp. xx–yy, Year. (Status: Published / Accepted / Communicated)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EEEDF7"/>
          </a:solidFill>
          <a:ln w="12700">
            <a:solidFill>
              <a:srgbClr val="EEED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3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91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competition, organiser, date — outcome (e.g., Smart India Hackathon 20XX, Finalist)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A. Author, B. Author, “Title of paper,” Journal Name, vol. X, no. Y, pp. xx–yy, Year.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A. Author, “Title of paper,” in Proc. Conference Name, Year, pp. xx–yy.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A. Author, Title of Book, xth ed. City: Publisher, Year.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“Title of web page,” Website. [Online]. Available: URL (accessed Month DD, YYYY).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F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  |  Vidyalankar Institute of Technology, Mumbai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Vidyalankar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B.Tech. Final Year Project Presentation Template</dc:title>
  <dc:subject>PptxGenJS Presentation</dc:subject>
  <dc:creator>PptxGenJS</dc:creator>
  <cp:lastModifiedBy>PptxGenJS</cp:lastModifiedBy>
  <cp:revision>1</cp:revision>
  <dcterms:created xsi:type="dcterms:W3CDTF">2026-09-26T10:38:11Z</dcterms:created>
  <dcterms:modified xsi:type="dcterms:W3CDTF">2026-09-26T10:38:11Z</dcterms:modified>
</cp:coreProperties>
</file>